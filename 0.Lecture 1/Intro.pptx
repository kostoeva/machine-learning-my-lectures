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F0F0F"/>
    <a:srgbClr val="131313"/>
    <a:srgbClr val="0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90" y="-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9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11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95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4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0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18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9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8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38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88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2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704B4-889F-4000-9A0A-06D21D5BA7C1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7E932-131F-4A50-8BE2-2658D3BC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41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33868" y="0"/>
            <a:ext cx="9211734" cy="6858000"/>
          </a:xfrm>
          <a:prstGeom prst="rect">
            <a:avLst/>
          </a:prstGeom>
          <a:solidFill>
            <a:srgbClr val="0F0F0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J.A.R.V.I.S live wallpaper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5958.7694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33868" y="838200"/>
            <a:ext cx="9211734" cy="518160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126603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7390">
        <p14:flash/>
      </p:transition>
    </mc:Choice>
    <mc:Fallback>
      <p:transition spd="slow" advTm="739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F0F0F">
              <a:alpha val="81176"/>
            </a:srgb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Science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000000">
              <a:alpha val="81176"/>
            </a:srgb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600" dirty="0" smtClean="0">
                <a:solidFill>
                  <a:schemeClr val="bg1"/>
                </a:solidFill>
              </a:rPr>
              <a:t>Explosion of data</a:t>
            </a:r>
          </a:p>
          <a:p>
            <a:pPr marL="0" indent="0" algn="ctr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600" dirty="0" smtClean="0">
                <a:solidFill>
                  <a:schemeClr val="bg1"/>
                </a:solidFill>
              </a:rPr>
              <a:t>Big Data</a:t>
            </a:r>
          </a:p>
          <a:p>
            <a:pPr marL="0" indent="0" algn="ctr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600" dirty="0" smtClean="0">
                <a:solidFill>
                  <a:schemeClr val="bg1"/>
                </a:solidFill>
              </a:rPr>
              <a:t>Analyzing and Deriving Value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5" name="Striped Right Arrow 4"/>
          <p:cNvSpPr/>
          <p:nvPr/>
        </p:nvSpPr>
        <p:spPr>
          <a:xfrm rot="5400000">
            <a:off x="4191000" y="2933700"/>
            <a:ext cx="571500" cy="495300"/>
          </a:xfrm>
          <a:prstGeom prst="strip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riped Right Arrow 5"/>
          <p:cNvSpPr/>
          <p:nvPr/>
        </p:nvSpPr>
        <p:spPr>
          <a:xfrm rot="5400000">
            <a:off x="4191000" y="4305300"/>
            <a:ext cx="571500" cy="495300"/>
          </a:xfrm>
          <a:prstGeom prst="strip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59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F0F0F">
              <a:alpha val="81176"/>
            </a:srgb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Apps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000000">
              <a:alpha val="81176"/>
            </a:srgbClr>
          </a:solidFill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Search Engines – algorithm -&gt; best search result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Targeted Advertising – gather data based on user’s past behavior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Recommendations – Amazon (similar products), Netflix (shows), LinkedIn, etc.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Image Recognition – facial </a:t>
            </a:r>
            <a:r>
              <a:rPr lang="en-US" sz="3600" dirty="0" err="1" smtClean="0">
                <a:solidFill>
                  <a:schemeClr val="bg1"/>
                </a:solidFill>
              </a:rPr>
              <a:t>reco</a:t>
            </a:r>
            <a:endParaRPr lang="en-US" sz="36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599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F0F0F">
              <a:alpha val="81176"/>
            </a:srgb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Apps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000000">
              <a:alpha val="81176"/>
            </a:srgbClr>
          </a:solidFill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Speech recognition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Gaming – ML + Data -&gt;</a:t>
            </a:r>
            <a:r>
              <a:rPr lang="ru-RU" sz="3600" dirty="0" smtClean="0">
                <a:solidFill>
                  <a:schemeClr val="bg1"/>
                </a:solidFill>
              </a:rPr>
              <a:t> </a:t>
            </a:r>
            <a:r>
              <a:rPr lang="en-US" sz="3600" dirty="0" smtClean="0">
                <a:solidFill>
                  <a:schemeClr val="bg1"/>
                </a:solidFill>
              </a:rPr>
              <a:t>game levels up based on player’s performance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Fraud and Risk Detection – banks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endParaRPr lang="en-US" sz="3600" dirty="0" smtClean="0">
              <a:solidFill>
                <a:schemeClr val="bg1"/>
              </a:solidFill>
            </a:endParaRPr>
          </a:p>
          <a:p>
            <a:pPr marL="0" indent="0" algn="r">
              <a:buNone/>
            </a:pPr>
            <a:r>
              <a:rPr lang="en-US" sz="3600" dirty="0" smtClean="0">
                <a:solidFill>
                  <a:schemeClr val="bg1"/>
                </a:solidFill>
              </a:rPr>
              <a:t>… and MORE!</a:t>
            </a:r>
          </a:p>
        </p:txBody>
      </p:sp>
    </p:spTree>
    <p:extLst>
      <p:ext uri="{BB962C8B-B14F-4D97-AF65-F5344CB8AC3E}">
        <p14:creationId xmlns:p14="http://schemas.microsoft.com/office/powerpoint/2010/main" val="2328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F0F0F">
              <a:alpha val="81176"/>
            </a:srgb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Machine Learning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000000">
              <a:alpha val="81176"/>
            </a:srgb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4400" dirty="0" smtClean="0">
                <a:solidFill>
                  <a:schemeClr val="bg1"/>
                </a:solidFill>
              </a:rPr>
              <a:t>Give </a:t>
            </a:r>
            <a:r>
              <a:rPr lang="en-US" sz="4400" i="1" dirty="0" smtClean="0">
                <a:solidFill>
                  <a:schemeClr val="bg1"/>
                </a:solidFill>
              </a:rPr>
              <a:t>“computers the ability </a:t>
            </a:r>
          </a:p>
          <a:p>
            <a:pPr marL="0" indent="0" algn="ctr">
              <a:buNone/>
            </a:pPr>
            <a:r>
              <a:rPr lang="en-US" sz="4400" i="1" dirty="0" smtClean="0">
                <a:solidFill>
                  <a:schemeClr val="bg1"/>
                </a:solidFill>
              </a:rPr>
              <a:t>to learn without being explicitly programmed.”</a:t>
            </a:r>
          </a:p>
          <a:p>
            <a:pPr marL="0" indent="0" algn="r">
              <a:buNone/>
            </a:pPr>
            <a:r>
              <a:rPr lang="en-US" sz="4400" i="1" dirty="0" smtClean="0">
                <a:solidFill>
                  <a:schemeClr val="bg1"/>
                </a:solidFill>
              </a:rPr>
              <a:t>- Arthur Samuel</a:t>
            </a:r>
          </a:p>
        </p:txBody>
      </p:sp>
    </p:spTree>
    <p:extLst>
      <p:ext uri="{BB962C8B-B14F-4D97-AF65-F5344CB8AC3E}">
        <p14:creationId xmlns:p14="http://schemas.microsoft.com/office/powerpoint/2010/main" val="23392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F0F0F">
              <a:alpha val="81176"/>
            </a:srgb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Machine Learning #</a:t>
            </a:r>
            <a:r>
              <a:rPr lang="en-US" dirty="0" err="1" smtClean="0">
                <a:solidFill>
                  <a:schemeClr val="bg1"/>
                </a:solidFill>
              </a:rPr>
              <a:t>CoinedBy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000000">
              <a:alpha val="81176"/>
            </a:srgb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i="1" dirty="0" smtClean="0">
                <a:solidFill>
                  <a:schemeClr val="bg1"/>
                </a:solidFill>
              </a:rPr>
              <a:t>Arthur Samuel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67" t="6666" r="26333" b="30834"/>
          <a:stretch/>
        </p:blipFill>
        <p:spPr bwMode="auto">
          <a:xfrm>
            <a:off x="3733800" y="2478616"/>
            <a:ext cx="1895856" cy="2633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478616"/>
            <a:ext cx="1895856" cy="2635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464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F0F0F">
              <a:alpha val="81176"/>
            </a:srgb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Apps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000000">
              <a:alpha val="81176"/>
            </a:srgbClr>
          </a:solidFill>
        </p:spPr>
        <p:txBody>
          <a:bodyPr>
            <a:normAutofit fontScale="92500"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Medical – IBM developed an algorithm that combs through physicians free-form text notes and using NLP, figure out if the patient has heart failure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Recommendations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Natural Language Processing (NLP) – routing in customer service or translating legal docs.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Smart Cars</a:t>
            </a:r>
          </a:p>
        </p:txBody>
      </p:sp>
    </p:spTree>
    <p:extLst>
      <p:ext uri="{BB962C8B-B14F-4D97-AF65-F5344CB8AC3E}">
        <p14:creationId xmlns:p14="http://schemas.microsoft.com/office/powerpoint/2010/main" val="149204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144</Words>
  <Application>Microsoft Office PowerPoint</Application>
  <PresentationFormat>On-screen Show (4:3)</PresentationFormat>
  <Paragraphs>31</Paragraphs>
  <Slides>7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Data Science</vt:lpstr>
      <vt:lpstr>Apps</vt:lpstr>
      <vt:lpstr>Apps</vt:lpstr>
      <vt:lpstr>Machine Learning</vt:lpstr>
      <vt:lpstr>Machine Learning #CoinedBy</vt:lpstr>
      <vt:lpstr>Apps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2017-06-11T07:43:56Z</dcterms:created>
  <dcterms:modified xsi:type="dcterms:W3CDTF">2017-06-11T21:28:22Z</dcterms:modified>
</cp:coreProperties>
</file>
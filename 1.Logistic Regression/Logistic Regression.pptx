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842" autoAdjust="0"/>
  </p:normalViewPr>
  <p:slideViewPr>
    <p:cSldViewPr>
      <p:cViewPr varScale="1">
        <p:scale>
          <a:sx n="77" d="100"/>
          <a:sy n="77" d="100"/>
        </p:scale>
        <p:origin x="-102" y="-1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EB506-DF80-4E09-989F-8089206EB78F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E8EDB-AC89-4DBC-A665-A0F505FF2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81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Logistic</a:t>
            </a:r>
            <a:r>
              <a:rPr lang="en-US" baseline="0" dirty="0" smtClean="0"/>
              <a:t> function aka sigmoid function, was developed to describe population growth, rising quickly and maxing out at the carrying capacity of the environment. </a:t>
            </a:r>
            <a:r>
              <a:rPr lang="en-US" dirty="0" smtClean="0"/>
              <a:t>1 / (1 + e^-value). </a:t>
            </a:r>
          </a:p>
          <a:p>
            <a:endParaRPr lang="en-US" dirty="0" smtClean="0"/>
          </a:p>
          <a:p>
            <a:r>
              <a:rPr lang="en-US" dirty="0" smtClean="0"/>
              <a:t>In logistic regression, input values (x) are combined linearly using weights or coefficient values (beta) to predict an output value</a:t>
            </a:r>
            <a:r>
              <a:rPr lang="en-US" baseline="0" dirty="0" smtClean="0"/>
              <a:t> (y). </a:t>
            </a:r>
            <a:r>
              <a:rPr lang="en-US" dirty="0" smtClean="0"/>
              <a:t>y = e^(b0 + b1*x) / (1 + e^(b0 + b1*x)).</a:t>
            </a:r>
          </a:p>
          <a:p>
            <a:endParaRPr lang="en-US" dirty="0" smtClean="0"/>
          </a:p>
          <a:p>
            <a:r>
              <a:rPr lang="en-US" dirty="0" smtClean="0"/>
              <a:t>B0 is the bias or</a:t>
            </a:r>
            <a:r>
              <a:rPr lang="en-US" baseline="0" dirty="0" smtClean="0"/>
              <a:t> intercept term and B1 is the coefficient of single x (input value).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E8EDB-AC89-4DBC-A665-A0F505FF2E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36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Logistic</a:t>
            </a:r>
            <a:r>
              <a:rPr lang="en-US" baseline="0" dirty="0" smtClean="0"/>
              <a:t> function aka sigmoid function, was developed to describe population growth, rising quickly and maxing out at the carrying capacity of the environment. </a:t>
            </a:r>
            <a:r>
              <a:rPr lang="en-US" dirty="0" smtClean="0"/>
              <a:t>1 / (1 + e^-value). </a:t>
            </a:r>
          </a:p>
          <a:p>
            <a:endParaRPr lang="en-US" dirty="0" smtClean="0"/>
          </a:p>
          <a:p>
            <a:r>
              <a:rPr lang="en-US" dirty="0" smtClean="0"/>
              <a:t>In logistic regression, input values (x) are combined linearly using weights or coefficient values (beta) to predict an output value</a:t>
            </a:r>
            <a:r>
              <a:rPr lang="en-US" baseline="0" dirty="0" smtClean="0"/>
              <a:t> (y). </a:t>
            </a:r>
            <a:r>
              <a:rPr lang="en-US" dirty="0" smtClean="0"/>
              <a:t>y = e^(b0 + b1*x) / (1 + e^(b0 + b1*x)).</a:t>
            </a:r>
          </a:p>
          <a:p>
            <a:endParaRPr lang="en-US" dirty="0" smtClean="0"/>
          </a:p>
          <a:p>
            <a:r>
              <a:rPr lang="en-US" dirty="0" smtClean="0"/>
              <a:t>B0 is the bias or</a:t>
            </a:r>
            <a:r>
              <a:rPr lang="en-US" baseline="0" dirty="0" smtClean="0"/>
              <a:t> intercept term and B1 is the coefficient of single x (input value).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E8EDB-AC89-4DBC-A665-A0F505FF2E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36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Logistic</a:t>
            </a:r>
            <a:r>
              <a:rPr lang="en-US" baseline="0" dirty="0" smtClean="0"/>
              <a:t> function aka sigmoid function, was developed to describe population growth, rising quickly and maxing out at the carrying capacity of the environment. </a:t>
            </a:r>
            <a:r>
              <a:rPr lang="en-US" dirty="0" smtClean="0"/>
              <a:t>1 / (1 + e^-value). </a:t>
            </a:r>
          </a:p>
          <a:p>
            <a:endParaRPr lang="en-US" dirty="0" smtClean="0"/>
          </a:p>
          <a:p>
            <a:r>
              <a:rPr lang="en-US" dirty="0" smtClean="0"/>
              <a:t>In logistic regression, input values (x) are combined linearly using weights or coefficient values (beta) to predict an output value</a:t>
            </a:r>
            <a:r>
              <a:rPr lang="en-US" baseline="0" dirty="0" smtClean="0"/>
              <a:t> (y). </a:t>
            </a:r>
            <a:r>
              <a:rPr lang="en-US" dirty="0" smtClean="0"/>
              <a:t>y = e^(b0 + b1*x) / (1 + e^(b0 + b1*x)).</a:t>
            </a:r>
          </a:p>
          <a:p>
            <a:endParaRPr lang="en-US" dirty="0" smtClean="0"/>
          </a:p>
          <a:p>
            <a:r>
              <a:rPr lang="en-US" dirty="0" smtClean="0"/>
              <a:t>B0 is the bias or</a:t>
            </a:r>
            <a:r>
              <a:rPr lang="en-US" baseline="0" dirty="0" smtClean="0"/>
              <a:t> intercept term and B1 is the coefficient of single x (input value).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E8EDB-AC89-4DBC-A665-A0F505FF2E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36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Logistic</a:t>
            </a:r>
            <a:r>
              <a:rPr lang="en-US" baseline="0" dirty="0" smtClean="0"/>
              <a:t> function aka sigmoid function, was developed to describe population growth, rising quickly and maxing out at the carrying capacity of the environment. </a:t>
            </a:r>
            <a:r>
              <a:rPr lang="en-US" dirty="0" smtClean="0"/>
              <a:t>1 / (1 + e^-value). </a:t>
            </a:r>
          </a:p>
          <a:p>
            <a:endParaRPr lang="en-US" dirty="0" smtClean="0"/>
          </a:p>
          <a:p>
            <a:r>
              <a:rPr lang="en-US" dirty="0" smtClean="0"/>
              <a:t>In logistic regression, input values (x) are combined linearly using weights or coefficient values (beta) to predict an output value</a:t>
            </a:r>
            <a:r>
              <a:rPr lang="en-US" baseline="0" dirty="0" smtClean="0"/>
              <a:t> (y). </a:t>
            </a:r>
            <a:r>
              <a:rPr lang="en-US" dirty="0" smtClean="0"/>
              <a:t>y = e^(b0 + b1*x) / (1 + e^(b0 + b1*x)).</a:t>
            </a:r>
          </a:p>
          <a:p>
            <a:endParaRPr lang="en-US" dirty="0" smtClean="0"/>
          </a:p>
          <a:p>
            <a:r>
              <a:rPr lang="en-US" dirty="0" smtClean="0"/>
              <a:t>B0 is the bias or</a:t>
            </a:r>
            <a:r>
              <a:rPr lang="en-US" baseline="0" dirty="0" smtClean="0"/>
              <a:t> intercept term and B1 is the coefficient of single x (input value).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E8EDB-AC89-4DBC-A665-A0F505FF2E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36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3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55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7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61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12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7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0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51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83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42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C80BE-2C2C-4C39-8FA3-E7AB2389624B}" type="datetimeFigureOut">
              <a:rPr lang="en-US" smtClean="0"/>
              <a:t>6/10/2017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648A4-6A8B-420D-BAA1-8EBAE0507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0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990599"/>
          </a:xfrm>
          <a:solidFill>
            <a:srgbClr val="CC9900">
              <a:alpha val="67000"/>
            </a:srgb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Logistic Regression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791200"/>
            <a:ext cx="6400800" cy="533400"/>
          </a:xfrm>
          <a:solidFill>
            <a:srgbClr val="CC9900">
              <a:alpha val="67000"/>
            </a:srgbClr>
          </a:solidFill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MODEL 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395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  <a:alpha val="67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Logistic Function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50000"/>
              <a:alpha val="67000"/>
            </a:schemeClr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355" y="1666232"/>
            <a:ext cx="7164045" cy="4429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324600" y="3484918"/>
                <a:ext cx="1720316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𝑣𝑎𝑙𝑢𝑒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3484918"/>
                <a:ext cx="1720316" cy="7923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308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  <a:alpha val="67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Logistic Regression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50000"/>
              <a:alpha val="67000"/>
            </a:schemeClr>
          </a:solidFill>
        </p:spPr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355" y="1666232"/>
            <a:ext cx="7164045" cy="4429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334000" y="3484918"/>
                <a:ext cx="2710916" cy="872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0+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1∗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0+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1∗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3484918"/>
                <a:ext cx="2710916" cy="87235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7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  <a:alpha val="67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Logistic Regression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50000"/>
              <a:alpha val="67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 values are estimated from the training data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Maximum-likelihood estimation: </a:t>
            </a:r>
          </a:p>
          <a:p>
            <a:pPr lvl="2"/>
            <a:r>
              <a:rPr lang="en-US" dirty="0" smtClean="0">
                <a:solidFill>
                  <a:schemeClr val="bg1"/>
                </a:solidFill>
              </a:rPr>
              <a:t>Minimize error in probabilities predicted by the model to those in the data</a:t>
            </a:r>
          </a:p>
          <a:p>
            <a:pPr lvl="2"/>
            <a:endParaRPr lang="en-US" dirty="0">
              <a:solidFill>
                <a:schemeClr val="bg1"/>
              </a:solidFill>
            </a:endParaRPr>
          </a:p>
          <a:p>
            <a:pPr lvl="2"/>
            <a:endParaRPr lang="en-US" dirty="0" smtClean="0">
              <a:solidFill>
                <a:schemeClr val="bg1"/>
              </a:solidFill>
            </a:endParaRPr>
          </a:p>
          <a:p>
            <a:pPr lvl="2"/>
            <a:endParaRPr lang="en-US" dirty="0">
              <a:solidFill>
                <a:schemeClr val="bg1"/>
              </a:solidFill>
            </a:endParaRPr>
          </a:p>
          <a:p>
            <a:pPr lvl="2"/>
            <a:endParaRPr lang="en-US" dirty="0" smtClean="0">
              <a:solidFill>
                <a:schemeClr val="bg1"/>
              </a:solidFill>
            </a:endParaRPr>
          </a:p>
          <a:p>
            <a:pPr marL="914400" lvl="2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Or probability of near zero that the person is male.</a:t>
            </a:r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667000" y="3581400"/>
                <a:ext cx="3472916" cy="885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0" dirty="0" smtClean="0">
                    <a:solidFill>
                      <a:schemeClr val="bg1"/>
                    </a:solidFill>
                  </a:rPr>
                  <a:t>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(−100+0.6∗150)</m:t>
                            </m:r>
                          </m:sup>
                        </m:sSup>
                      </m:num>
                      <m:den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1+ </m:t>
                        </m:r>
                        <m:sSup>
                          <m:sSup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(−100+0.6∗</m:t>
                            </m:r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581400"/>
                <a:ext cx="3472916" cy="885307"/>
              </a:xfrm>
              <a:prstGeom prst="rect">
                <a:avLst/>
              </a:prstGeom>
              <a:blipFill rotWithShape="1">
                <a:blip r:embed="rId3"/>
                <a:stretch>
                  <a:fillRect l="-4569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048000" y="4673025"/>
            <a:ext cx="3472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dirty="0" smtClean="0">
                <a:solidFill>
                  <a:schemeClr val="bg1"/>
                </a:solidFill>
              </a:rPr>
              <a:t>y = 0.000045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845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  <a:alpha val="67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50000"/>
              <a:alpha val="67000"/>
            </a:schemeClr>
          </a:solidFill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Problem: make a prediction (1) female or (2) male based on height.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Given: Height = 150cm (~ 4’ 9”)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Estimated b0 = -100, b1 =  0.6</a:t>
            </a:r>
          </a:p>
          <a:p>
            <a:pPr lvl="1"/>
            <a:endParaRPr lang="en-US" dirty="0" smtClean="0">
              <a:solidFill>
                <a:schemeClr val="bg1"/>
              </a:solidFill>
            </a:endParaRPr>
          </a:p>
          <a:p>
            <a:pPr lvl="1"/>
            <a:endParaRPr lang="en-US" dirty="0" smtClean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464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545</Words>
  <Application>Microsoft Office PowerPoint</Application>
  <PresentationFormat>On-screen Show (4:3)</PresentationFormat>
  <Paragraphs>46</Paragraphs>
  <Slides>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Logistic Regression</vt:lpstr>
      <vt:lpstr>Logistic Function</vt:lpstr>
      <vt:lpstr>Logistic Regression</vt:lpstr>
      <vt:lpstr>Logistic Regression</vt:lpstr>
      <vt:lpstr>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</dc:title>
  <dc:creator>Admin</dc:creator>
  <cp:lastModifiedBy>Admin</cp:lastModifiedBy>
  <cp:revision>3</cp:revision>
  <dcterms:created xsi:type="dcterms:W3CDTF">2017-06-11T05:11:51Z</dcterms:created>
  <dcterms:modified xsi:type="dcterms:W3CDTF">2017-06-11T07:35:40Z</dcterms:modified>
</cp:coreProperties>
</file>